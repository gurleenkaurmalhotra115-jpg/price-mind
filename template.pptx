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40035" y="853678"/>
            <a:ext cx="7864475" cy="0"/>
          </a:xfrm>
          <a:custGeom>
            <a:avLst/>
            <a:gdLst/>
            <a:ahLst/>
            <a:cxnLst/>
            <a:rect l="l" t="t" r="r" b="b"/>
            <a:pathLst>
              <a:path w="7864475" h="0">
                <a:moveTo>
                  <a:pt x="0" y="0"/>
                </a:moveTo>
                <a:lnTo>
                  <a:pt x="857249" y="0"/>
                </a:lnTo>
              </a:path>
              <a:path w="7864475" h="0">
                <a:moveTo>
                  <a:pt x="7006679" y="0"/>
                </a:moveTo>
                <a:lnTo>
                  <a:pt x="7863929" y="0"/>
                </a:lnTo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42900" y="1000125"/>
            <a:ext cx="8458200" cy="3872229"/>
          </a:xfrm>
          <a:custGeom>
            <a:avLst/>
            <a:gdLst/>
            <a:ahLst/>
            <a:cxnLst/>
            <a:rect l="l" t="t" r="r" b="b"/>
            <a:pathLst>
              <a:path w="8458200" h="3872229">
                <a:moveTo>
                  <a:pt x="0" y="7143"/>
                </a:moveTo>
                <a:lnTo>
                  <a:pt x="428624" y="7143"/>
                </a:lnTo>
              </a:path>
              <a:path w="8458200" h="3872229">
                <a:moveTo>
                  <a:pt x="7143" y="0"/>
                </a:moveTo>
                <a:lnTo>
                  <a:pt x="7143" y="428624"/>
                </a:lnTo>
              </a:path>
              <a:path w="8458200" h="3872229">
                <a:moveTo>
                  <a:pt x="8029574" y="7143"/>
                </a:moveTo>
                <a:lnTo>
                  <a:pt x="8458199" y="7143"/>
                </a:lnTo>
              </a:path>
              <a:path w="8458200" h="3872229">
                <a:moveTo>
                  <a:pt x="8451056" y="0"/>
                </a:moveTo>
                <a:lnTo>
                  <a:pt x="8451056" y="428624"/>
                </a:lnTo>
              </a:path>
              <a:path w="8458200" h="3872229">
                <a:moveTo>
                  <a:pt x="0" y="3864769"/>
                </a:moveTo>
                <a:lnTo>
                  <a:pt x="428624" y="3864769"/>
                </a:lnTo>
              </a:path>
              <a:path w="8458200" h="3872229">
                <a:moveTo>
                  <a:pt x="7143" y="3443287"/>
                </a:moveTo>
                <a:lnTo>
                  <a:pt x="7143" y="3871912"/>
                </a:lnTo>
              </a:path>
              <a:path w="8458200" h="3872229">
                <a:moveTo>
                  <a:pt x="8451056" y="3443287"/>
                </a:moveTo>
                <a:lnTo>
                  <a:pt x="8451056" y="3871912"/>
                </a:lnTo>
              </a:path>
              <a:path w="8458200" h="3872229">
                <a:moveTo>
                  <a:pt x="8029574" y="3864769"/>
                </a:moveTo>
                <a:lnTo>
                  <a:pt x="8458199" y="3864769"/>
                </a:lnTo>
              </a:path>
            </a:pathLst>
          </a:custGeom>
          <a:ln w="14274">
            <a:solidFill>
              <a:srgbClr val="C9A84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0"/>
            <a:ext cx="42862" cy="5143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0070" y="0"/>
            <a:ext cx="28574" cy="51434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6738" y="0"/>
            <a:ext cx="42862" cy="51434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5354" y="0"/>
            <a:ext cx="28574" cy="51434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6219" y="4679156"/>
            <a:ext cx="1071562" cy="2500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7625" y="4893469"/>
            <a:ext cx="1428749" cy="250030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3861196" y="4897041"/>
            <a:ext cx="1421765" cy="243204"/>
          </a:xfrm>
          <a:custGeom>
            <a:avLst/>
            <a:gdLst/>
            <a:ahLst/>
            <a:cxnLst/>
            <a:rect l="l" t="t" r="r" b="b"/>
            <a:pathLst>
              <a:path w="1421764" h="243204">
                <a:moveTo>
                  <a:pt x="0" y="0"/>
                </a:moveTo>
                <a:lnTo>
                  <a:pt x="1421605" y="0"/>
                </a:lnTo>
                <a:lnTo>
                  <a:pt x="1421605" y="242887"/>
                </a:lnTo>
                <a:lnTo>
                  <a:pt x="0" y="24288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572000"/>
            <a:ext cx="9143999" cy="571499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097234" y="771525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90" h="21590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1" y="5148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3ECECE">
              <a:alpha val="1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7772400" y="1285875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3534" y="3432"/>
                </a:lnTo>
                <a:lnTo>
                  <a:pt x="14288" y="5249"/>
                </a:lnTo>
                <a:lnTo>
                  <a:pt x="14288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C9A84C">
              <a:alpha val="1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731452" y="360045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7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3"/>
                </a:lnTo>
                <a:lnTo>
                  <a:pt x="28574" y="10497"/>
                </a:lnTo>
                <a:lnTo>
                  <a:pt x="28574" y="22177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8412435" y="3086100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2195" y="2092"/>
                </a:lnTo>
                <a:lnTo>
                  <a:pt x="13534" y="3432"/>
                </a:lnTo>
                <a:lnTo>
                  <a:pt x="14287" y="5249"/>
                </a:lnTo>
                <a:lnTo>
                  <a:pt x="14287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2743200" y="4114800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1" y="5147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C9A84C">
              <a:alpha val="784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5029200" y="925784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2195" y="2092"/>
                </a:lnTo>
                <a:lnTo>
                  <a:pt x="13534" y="3432"/>
                </a:lnTo>
                <a:lnTo>
                  <a:pt x="14287" y="5249"/>
                </a:lnTo>
                <a:lnTo>
                  <a:pt x="14287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3ECECE">
              <a:alpha val="1411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6400800" y="3857625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7722" y="35719"/>
                </a:moveTo>
                <a:lnTo>
                  <a:pt x="7995" y="35719"/>
                </a:lnTo>
                <a:lnTo>
                  <a:pt x="0" y="27722"/>
                </a:lnTo>
                <a:lnTo>
                  <a:pt x="0" y="17859"/>
                </a:lnTo>
                <a:lnTo>
                  <a:pt x="0" y="7995"/>
                </a:lnTo>
                <a:lnTo>
                  <a:pt x="7995" y="0"/>
                </a:lnTo>
                <a:lnTo>
                  <a:pt x="22595" y="0"/>
                </a:lnTo>
                <a:lnTo>
                  <a:pt x="27138" y="1881"/>
                </a:lnTo>
                <a:lnTo>
                  <a:pt x="33837" y="8579"/>
                </a:lnTo>
                <a:lnTo>
                  <a:pt x="35719" y="13122"/>
                </a:lnTo>
                <a:lnTo>
                  <a:pt x="35719" y="27722"/>
                </a:lnTo>
                <a:lnTo>
                  <a:pt x="27722" y="35719"/>
                </a:lnTo>
                <a:close/>
              </a:path>
            </a:pathLst>
          </a:custGeom>
          <a:solidFill>
            <a:srgbClr val="C9A84C">
              <a:alpha val="588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8686800" y="2057400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3534" y="3432"/>
                </a:lnTo>
                <a:lnTo>
                  <a:pt x="14288" y="5249"/>
                </a:lnTo>
                <a:lnTo>
                  <a:pt x="14288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3ECECE">
              <a:alpha val="16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4572000" y="4526234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1" y="5148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3ECECE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457200" y="1800225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3535" y="3432"/>
                </a:lnTo>
                <a:lnTo>
                  <a:pt x="14287" y="5249"/>
                </a:lnTo>
                <a:lnTo>
                  <a:pt x="14287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C9A84C">
              <a:alpha val="1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7132253" y="257175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4389" y="4184"/>
                </a:lnTo>
                <a:lnTo>
                  <a:pt x="27069" y="6863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705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3657600" y="514350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4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2195" y="2092"/>
                </a:lnTo>
                <a:lnTo>
                  <a:pt x="13534" y="3432"/>
                </a:lnTo>
                <a:lnTo>
                  <a:pt x="14287" y="5249"/>
                </a:lnTo>
                <a:lnTo>
                  <a:pt x="14287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C9A84C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" name="bg 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44466" y="1737219"/>
            <a:ext cx="1254956" cy="6001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40035" y="853678"/>
            <a:ext cx="7864475" cy="0"/>
          </a:xfrm>
          <a:custGeom>
            <a:avLst/>
            <a:gdLst/>
            <a:ahLst/>
            <a:cxnLst/>
            <a:rect l="l" t="t" r="r" b="b"/>
            <a:pathLst>
              <a:path w="7864475" h="0">
                <a:moveTo>
                  <a:pt x="0" y="0"/>
                </a:moveTo>
                <a:lnTo>
                  <a:pt x="857249" y="0"/>
                </a:lnTo>
              </a:path>
              <a:path w="7864475" h="0">
                <a:moveTo>
                  <a:pt x="7006679" y="0"/>
                </a:moveTo>
                <a:lnTo>
                  <a:pt x="7863929" y="0"/>
                </a:lnTo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42900" y="1000125"/>
            <a:ext cx="8458200" cy="3872229"/>
          </a:xfrm>
          <a:custGeom>
            <a:avLst/>
            <a:gdLst/>
            <a:ahLst/>
            <a:cxnLst/>
            <a:rect l="l" t="t" r="r" b="b"/>
            <a:pathLst>
              <a:path w="8458200" h="3872229">
                <a:moveTo>
                  <a:pt x="0" y="7143"/>
                </a:moveTo>
                <a:lnTo>
                  <a:pt x="428624" y="7143"/>
                </a:lnTo>
              </a:path>
              <a:path w="8458200" h="3872229">
                <a:moveTo>
                  <a:pt x="7143" y="0"/>
                </a:moveTo>
                <a:lnTo>
                  <a:pt x="7143" y="428624"/>
                </a:lnTo>
              </a:path>
              <a:path w="8458200" h="3872229">
                <a:moveTo>
                  <a:pt x="8029574" y="7143"/>
                </a:moveTo>
                <a:lnTo>
                  <a:pt x="8458199" y="7143"/>
                </a:lnTo>
              </a:path>
              <a:path w="8458200" h="3872229">
                <a:moveTo>
                  <a:pt x="8451056" y="0"/>
                </a:moveTo>
                <a:lnTo>
                  <a:pt x="8451056" y="428624"/>
                </a:lnTo>
              </a:path>
              <a:path w="8458200" h="3872229">
                <a:moveTo>
                  <a:pt x="0" y="3864769"/>
                </a:moveTo>
                <a:lnTo>
                  <a:pt x="428624" y="3864769"/>
                </a:lnTo>
              </a:path>
              <a:path w="8458200" h="3872229">
                <a:moveTo>
                  <a:pt x="7143" y="3443287"/>
                </a:moveTo>
                <a:lnTo>
                  <a:pt x="7143" y="3871912"/>
                </a:lnTo>
              </a:path>
              <a:path w="8458200" h="3872229">
                <a:moveTo>
                  <a:pt x="8451056" y="3443287"/>
                </a:moveTo>
                <a:lnTo>
                  <a:pt x="8451056" y="3871912"/>
                </a:lnTo>
              </a:path>
              <a:path w="8458200" h="3872229">
                <a:moveTo>
                  <a:pt x="8029574" y="3864769"/>
                </a:moveTo>
                <a:lnTo>
                  <a:pt x="8458199" y="3864769"/>
                </a:lnTo>
              </a:path>
            </a:pathLst>
          </a:custGeom>
          <a:ln w="14274">
            <a:solidFill>
              <a:srgbClr val="C9A84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0"/>
            <a:ext cx="42862" cy="5143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0070" y="0"/>
            <a:ext cx="28574" cy="51434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6738" y="0"/>
            <a:ext cx="42862" cy="51434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5354" y="0"/>
            <a:ext cx="28574" cy="51434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6219" y="4679156"/>
            <a:ext cx="1071562" cy="2500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7625" y="4893469"/>
            <a:ext cx="1428749" cy="250030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3861196" y="4897041"/>
            <a:ext cx="1421765" cy="243204"/>
          </a:xfrm>
          <a:custGeom>
            <a:avLst/>
            <a:gdLst/>
            <a:ahLst/>
            <a:cxnLst/>
            <a:rect l="l" t="t" r="r" b="b"/>
            <a:pathLst>
              <a:path w="1421764" h="243204">
                <a:moveTo>
                  <a:pt x="0" y="0"/>
                </a:moveTo>
                <a:lnTo>
                  <a:pt x="1421605" y="0"/>
                </a:lnTo>
                <a:lnTo>
                  <a:pt x="1421605" y="242887"/>
                </a:lnTo>
                <a:lnTo>
                  <a:pt x="0" y="24288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572000"/>
            <a:ext cx="9143999" cy="571499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285875" y="85725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4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C9A84C">
              <a:alpha val="1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6786563" y="1428750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90" h="21590">
                <a:moveTo>
                  <a:pt x="16633" y="21430"/>
                </a:moveTo>
                <a:lnTo>
                  <a:pt x="4796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6" y="0"/>
                </a:lnTo>
                <a:lnTo>
                  <a:pt x="13556" y="0"/>
                </a:lnTo>
                <a:lnTo>
                  <a:pt x="16282" y="1128"/>
                </a:lnTo>
                <a:lnTo>
                  <a:pt x="20301" y="5147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3ECECE">
              <a:alpha val="1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857250" y="2500313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27722" y="35718"/>
                </a:moveTo>
                <a:lnTo>
                  <a:pt x="7995" y="35718"/>
                </a:lnTo>
                <a:lnTo>
                  <a:pt x="0" y="27722"/>
                </a:lnTo>
                <a:lnTo>
                  <a:pt x="0" y="17859"/>
                </a:lnTo>
                <a:lnTo>
                  <a:pt x="0" y="7995"/>
                </a:lnTo>
                <a:lnTo>
                  <a:pt x="7995" y="0"/>
                </a:lnTo>
                <a:lnTo>
                  <a:pt x="22596" y="0"/>
                </a:lnTo>
                <a:lnTo>
                  <a:pt x="27138" y="1881"/>
                </a:lnTo>
                <a:lnTo>
                  <a:pt x="33837" y="8580"/>
                </a:lnTo>
                <a:lnTo>
                  <a:pt x="35718" y="13122"/>
                </a:lnTo>
                <a:lnTo>
                  <a:pt x="35718" y="27722"/>
                </a:lnTo>
                <a:lnTo>
                  <a:pt x="27722" y="35718"/>
                </a:lnTo>
                <a:close/>
              </a:path>
            </a:pathLst>
          </a:custGeom>
          <a:solidFill>
            <a:srgbClr val="C9A84C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7858125" y="3214688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90" h="21589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2" y="5148"/>
                </a:lnTo>
                <a:lnTo>
                  <a:pt x="21431" y="7873"/>
                </a:lnTo>
                <a:lnTo>
                  <a:pt x="21431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2143125" y="3929062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3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C9A84C">
              <a:alpha val="784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5000625" y="1143000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89" h="21590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1" y="5147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3ECECE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3429000" y="2714625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7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3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7" y="28574"/>
                </a:lnTo>
                <a:close/>
              </a:path>
            </a:pathLst>
          </a:custGeom>
          <a:solidFill>
            <a:srgbClr val="3ECECE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7500938" y="4286250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90" h="21589">
                <a:moveTo>
                  <a:pt x="16633" y="21430"/>
                </a:moveTo>
                <a:lnTo>
                  <a:pt x="4796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6" y="0"/>
                </a:lnTo>
                <a:lnTo>
                  <a:pt x="13556" y="0"/>
                </a:lnTo>
                <a:lnTo>
                  <a:pt x="16282" y="1128"/>
                </a:lnTo>
                <a:lnTo>
                  <a:pt x="20301" y="5147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C9A84C">
              <a:alpha val="1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4286250" y="3714750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7722" y="35719"/>
                </a:moveTo>
                <a:lnTo>
                  <a:pt x="7995" y="35719"/>
                </a:lnTo>
                <a:lnTo>
                  <a:pt x="0" y="27722"/>
                </a:lnTo>
                <a:lnTo>
                  <a:pt x="0" y="17859"/>
                </a:lnTo>
                <a:lnTo>
                  <a:pt x="0" y="7995"/>
                </a:lnTo>
                <a:lnTo>
                  <a:pt x="7995" y="0"/>
                </a:lnTo>
                <a:lnTo>
                  <a:pt x="22595" y="0"/>
                </a:lnTo>
                <a:lnTo>
                  <a:pt x="27138" y="1881"/>
                </a:lnTo>
                <a:lnTo>
                  <a:pt x="33837" y="8579"/>
                </a:lnTo>
                <a:lnTo>
                  <a:pt x="35719" y="13122"/>
                </a:lnTo>
                <a:lnTo>
                  <a:pt x="35719" y="27722"/>
                </a:lnTo>
                <a:lnTo>
                  <a:pt x="27722" y="35719"/>
                </a:lnTo>
                <a:close/>
              </a:path>
            </a:pathLst>
          </a:custGeom>
          <a:solidFill>
            <a:srgbClr val="3ECECE">
              <a:alpha val="705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2857500" y="1000125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89" h="21590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1" y="5147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C9A84C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1428750" y="4643437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3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294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bg object 3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34121" y="2031134"/>
            <a:ext cx="4275757" cy="982934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2441264" y="2038278"/>
            <a:ext cx="4261485" cy="969010"/>
          </a:xfrm>
          <a:custGeom>
            <a:avLst/>
            <a:gdLst/>
            <a:ahLst/>
            <a:cxnLst/>
            <a:rect l="l" t="t" r="r" b="b"/>
            <a:pathLst>
              <a:path w="4261484" h="969010">
                <a:moveTo>
                  <a:pt x="0" y="133353"/>
                </a:moveTo>
                <a:lnTo>
                  <a:pt x="6798" y="91203"/>
                </a:lnTo>
                <a:lnTo>
                  <a:pt x="25729" y="54596"/>
                </a:lnTo>
                <a:lnTo>
                  <a:pt x="54596" y="25729"/>
                </a:lnTo>
                <a:lnTo>
                  <a:pt x="91203" y="6798"/>
                </a:lnTo>
                <a:lnTo>
                  <a:pt x="133353" y="0"/>
                </a:lnTo>
                <a:lnTo>
                  <a:pt x="4128116" y="0"/>
                </a:lnTo>
                <a:lnTo>
                  <a:pt x="4179148" y="10150"/>
                </a:lnTo>
                <a:lnTo>
                  <a:pt x="4222411" y="39058"/>
                </a:lnTo>
                <a:lnTo>
                  <a:pt x="4251318" y="82321"/>
                </a:lnTo>
                <a:lnTo>
                  <a:pt x="4261469" y="133353"/>
                </a:lnTo>
                <a:lnTo>
                  <a:pt x="4261469" y="835294"/>
                </a:lnTo>
                <a:lnTo>
                  <a:pt x="4254671" y="877444"/>
                </a:lnTo>
                <a:lnTo>
                  <a:pt x="4235740" y="914051"/>
                </a:lnTo>
                <a:lnTo>
                  <a:pt x="4206873" y="942918"/>
                </a:lnTo>
                <a:lnTo>
                  <a:pt x="4170266" y="961849"/>
                </a:lnTo>
                <a:lnTo>
                  <a:pt x="4128116" y="968647"/>
                </a:lnTo>
                <a:lnTo>
                  <a:pt x="133353" y="968647"/>
                </a:lnTo>
                <a:lnTo>
                  <a:pt x="91203" y="961849"/>
                </a:lnTo>
                <a:lnTo>
                  <a:pt x="54596" y="942918"/>
                </a:lnTo>
                <a:lnTo>
                  <a:pt x="25729" y="914051"/>
                </a:lnTo>
                <a:lnTo>
                  <a:pt x="6798" y="877444"/>
                </a:lnTo>
                <a:lnTo>
                  <a:pt x="0" y="835294"/>
                </a:lnTo>
                <a:lnTo>
                  <a:pt x="0" y="133353"/>
                </a:lnTo>
                <a:close/>
              </a:path>
            </a:pathLst>
          </a:custGeom>
          <a:ln w="142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1" name="bg object 4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72259" y="2061297"/>
            <a:ext cx="3599482" cy="8610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40035" y="853678"/>
            <a:ext cx="7864475" cy="0"/>
          </a:xfrm>
          <a:custGeom>
            <a:avLst/>
            <a:gdLst/>
            <a:ahLst/>
            <a:cxnLst/>
            <a:rect l="l" t="t" r="r" b="b"/>
            <a:pathLst>
              <a:path w="7864475" h="0">
                <a:moveTo>
                  <a:pt x="0" y="0"/>
                </a:moveTo>
                <a:lnTo>
                  <a:pt x="857249" y="0"/>
                </a:lnTo>
              </a:path>
              <a:path w="7864475" h="0">
                <a:moveTo>
                  <a:pt x="7006679" y="0"/>
                </a:moveTo>
                <a:lnTo>
                  <a:pt x="7863929" y="0"/>
                </a:lnTo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42900" y="1000125"/>
            <a:ext cx="8458200" cy="3872229"/>
          </a:xfrm>
          <a:custGeom>
            <a:avLst/>
            <a:gdLst/>
            <a:ahLst/>
            <a:cxnLst/>
            <a:rect l="l" t="t" r="r" b="b"/>
            <a:pathLst>
              <a:path w="8458200" h="3872229">
                <a:moveTo>
                  <a:pt x="0" y="7143"/>
                </a:moveTo>
                <a:lnTo>
                  <a:pt x="428624" y="7143"/>
                </a:lnTo>
              </a:path>
              <a:path w="8458200" h="3872229">
                <a:moveTo>
                  <a:pt x="7143" y="0"/>
                </a:moveTo>
                <a:lnTo>
                  <a:pt x="7143" y="428624"/>
                </a:lnTo>
              </a:path>
              <a:path w="8458200" h="3872229">
                <a:moveTo>
                  <a:pt x="8029574" y="7143"/>
                </a:moveTo>
                <a:lnTo>
                  <a:pt x="8458199" y="7143"/>
                </a:lnTo>
              </a:path>
              <a:path w="8458200" h="3872229">
                <a:moveTo>
                  <a:pt x="8451056" y="0"/>
                </a:moveTo>
                <a:lnTo>
                  <a:pt x="8451056" y="428624"/>
                </a:lnTo>
              </a:path>
              <a:path w="8458200" h="3872229">
                <a:moveTo>
                  <a:pt x="0" y="3864769"/>
                </a:moveTo>
                <a:lnTo>
                  <a:pt x="428624" y="3864769"/>
                </a:lnTo>
              </a:path>
              <a:path w="8458200" h="3872229">
                <a:moveTo>
                  <a:pt x="7143" y="3443287"/>
                </a:moveTo>
                <a:lnTo>
                  <a:pt x="7143" y="3871912"/>
                </a:lnTo>
              </a:path>
              <a:path w="8458200" h="3872229">
                <a:moveTo>
                  <a:pt x="8451056" y="3443287"/>
                </a:moveTo>
                <a:lnTo>
                  <a:pt x="8451056" y="3871912"/>
                </a:lnTo>
              </a:path>
              <a:path w="8458200" h="3872229">
                <a:moveTo>
                  <a:pt x="8029574" y="3864769"/>
                </a:moveTo>
                <a:lnTo>
                  <a:pt x="8458199" y="3864769"/>
                </a:lnTo>
              </a:path>
            </a:pathLst>
          </a:custGeom>
          <a:ln w="14274">
            <a:solidFill>
              <a:srgbClr val="C9A84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4400" y="0"/>
            <a:ext cx="42862" cy="5143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0070" y="0"/>
            <a:ext cx="28574" cy="51434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86738" y="0"/>
            <a:ext cx="42862" cy="51434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35354" y="0"/>
            <a:ext cx="28574" cy="51434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36219" y="4679156"/>
            <a:ext cx="1071562" cy="2500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57625" y="4893469"/>
            <a:ext cx="1428749" cy="250030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3861196" y="4897041"/>
            <a:ext cx="1421765" cy="243204"/>
          </a:xfrm>
          <a:custGeom>
            <a:avLst/>
            <a:gdLst/>
            <a:ahLst/>
            <a:cxnLst/>
            <a:rect l="l" t="t" r="r" b="b"/>
            <a:pathLst>
              <a:path w="1421764" h="243204">
                <a:moveTo>
                  <a:pt x="0" y="0"/>
                </a:moveTo>
                <a:lnTo>
                  <a:pt x="1421605" y="0"/>
                </a:lnTo>
                <a:lnTo>
                  <a:pt x="1421605" y="242887"/>
                </a:lnTo>
                <a:lnTo>
                  <a:pt x="0" y="24288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4572000"/>
            <a:ext cx="9143999" cy="57149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28625" y="1071563"/>
            <a:ext cx="8286749" cy="3714749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432197" y="1075133"/>
            <a:ext cx="8279765" cy="3707765"/>
          </a:xfrm>
          <a:custGeom>
            <a:avLst/>
            <a:gdLst/>
            <a:ahLst/>
            <a:cxnLst/>
            <a:rect l="l" t="t" r="r" b="b"/>
            <a:pathLst>
              <a:path w="8279765" h="3707765">
                <a:moveTo>
                  <a:pt x="0" y="114305"/>
                </a:moveTo>
                <a:lnTo>
                  <a:pt x="8982" y="69812"/>
                </a:lnTo>
                <a:lnTo>
                  <a:pt x="33479" y="33479"/>
                </a:lnTo>
                <a:lnTo>
                  <a:pt x="69812" y="8982"/>
                </a:lnTo>
                <a:lnTo>
                  <a:pt x="114305" y="0"/>
                </a:lnTo>
                <a:lnTo>
                  <a:pt x="8165300" y="0"/>
                </a:lnTo>
                <a:lnTo>
                  <a:pt x="8209043" y="8700"/>
                </a:lnTo>
                <a:lnTo>
                  <a:pt x="8246126" y="33479"/>
                </a:lnTo>
                <a:lnTo>
                  <a:pt x="8270904" y="70562"/>
                </a:lnTo>
                <a:lnTo>
                  <a:pt x="8279605" y="114305"/>
                </a:lnTo>
                <a:lnTo>
                  <a:pt x="8279605" y="3593300"/>
                </a:lnTo>
                <a:lnTo>
                  <a:pt x="8270623" y="3637793"/>
                </a:lnTo>
                <a:lnTo>
                  <a:pt x="8246126" y="3674126"/>
                </a:lnTo>
                <a:lnTo>
                  <a:pt x="8209793" y="3698623"/>
                </a:lnTo>
                <a:lnTo>
                  <a:pt x="8165300" y="3707605"/>
                </a:lnTo>
                <a:lnTo>
                  <a:pt x="114305" y="3707605"/>
                </a:lnTo>
                <a:lnTo>
                  <a:pt x="69812" y="3698623"/>
                </a:lnTo>
                <a:lnTo>
                  <a:pt x="33479" y="3674126"/>
                </a:lnTo>
                <a:lnTo>
                  <a:pt x="8982" y="3637793"/>
                </a:lnTo>
                <a:lnTo>
                  <a:pt x="0" y="3593300"/>
                </a:lnTo>
                <a:lnTo>
                  <a:pt x="0" y="114305"/>
                </a:lnTo>
                <a:close/>
              </a:path>
            </a:pathLst>
          </a:custGeom>
          <a:ln w="9524">
            <a:solidFill>
              <a:srgbClr val="3ECEC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97459" y="1522735"/>
            <a:ext cx="7143" cy="2775346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255639" y="2003822"/>
            <a:ext cx="7143" cy="2035186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579242" y="1744749"/>
            <a:ext cx="7143" cy="2405210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737422" y="1374725"/>
            <a:ext cx="7143" cy="2960302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061025" y="2188778"/>
            <a:ext cx="7144" cy="1850230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219094" y="1633686"/>
            <a:ext cx="7144" cy="2590278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129141" y="1818754"/>
            <a:ext cx="7144" cy="2220254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198489" y="2746871"/>
            <a:ext cx="142875" cy="142875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2255639" y="285482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4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bg 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680272" y="2265896"/>
            <a:ext cx="142875" cy="142875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4737421" y="2373845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4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bg object 4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003875" y="2894992"/>
            <a:ext cx="142875" cy="142875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6061025" y="3002941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7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3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7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bg object 4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40309" y="3265016"/>
            <a:ext cx="142875" cy="142875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1097459" y="3372966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4"/>
                </a:lnTo>
                <a:lnTo>
                  <a:pt x="27069" y="6863"/>
                </a:lnTo>
                <a:lnTo>
                  <a:pt x="28574" y="10497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bg 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161944" y="2450852"/>
            <a:ext cx="142875" cy="142875"/>
          </a:xfrm>
          <a:prstGeom prst="rect">
            <a:avLst/>
          </a:prstGeom>
        </p:spPr>
      </p:pic>
      <p:sp>
        <p:nvSpPr>
          <p:cNvPr id="46" name="bg object 46"/>
          <p:cNvSpPr/>
          <p:nvPr/>
        </p:nvSpPr>
        <p:spPr>
          <a:xfrm>
            <a:off x="7219093" y="2558801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7" y="0"/>
                </a:lnTo>
                <a:lnTo>
                  <a:pt x="21711" y="1505"/>
                </a:lnTo>
                <a:lnTo>
                  <a:pt x="27070" y="6864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bg object 4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522092" y="3005944"/>
            <a:ext cx="142875" cy="142875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3579242" y="311389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7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4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7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8306" y="2237749"/>
            <a:ext cx="4742180" cy="61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29.png"/><Relationship Id="rId18" Type="http://schemas.openxmlformats.org/officeDocument/2006/relationships/image" Target="../media/image25.png"/><Relationship Id="rId19" Type="http://schemas.openxmlformats.org/officeDocument/2006/relationships/image" Target="../media/image30.png"/><Relationship Id="rId20" Type="http://schemas.openxmlformats.org/officeDocument/2006/relationships/image" Target="../media/image22.png"/><Relationship Id="rId21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31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85268" y="1938194"/>
            <a:ext cx="773430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C9A84C"/>
                </a:solidFill>
                <a:latin typeface="MS PGothic"/>
                <a:cs typeface="MS PGothic"/>
              </a:rPr>
              <a:t>♛</a:t>
            </a:r>
            <a:r>
              <a:rPr dirty="0" sz="1650" spc="-60">
                <a:solidFill>
                  <a:srgbClr val="C9A84C"/>
                </a:solidFill>
                <a:latin typeface="MS PGothic"/>
                <a:cs typeface="MS PGothic"/>
              </a:rPr>
              <a:t> </a:t>
            </a:r>
            <a:r>
              <a:rPr dirty="0" sz="1650">
                <a:solidFill>
                  <a:srgbClr val="C9A84C"/>
                </a:solidFill>
                <a:latin typeface="MS PGothic"/>
                <a:cs typeface="MS PGothic"/>
              </a:rPr>
              <a:t>♛</a:t>
            </a:r>
            <a:r>
              <a:rPr dirty="0" sz="1650" spc="-55">
                <a:solidFill>
                  <a:srgbClr val="C9A84C"/>
                </a:solidFill>
                <a:latin typeface="MS PGothic"/>
                <a:cs typeface="MS PGothic"/>
              </a:rPr>
              <a:t> </a:t>
            </a:r>
            <a:r>
              <a:rPr dirty="0" sz="1650" spc="-50">
                <a:solidFill>
                  <a:srgbClr val="C9A84C"/>
                </a:solidFill>
                <a:latin typeface="MS PGothic"/>
                <a:cs typeface="MS PGothic"/>
              </a:rPr>
              <a:t>♛</a:t>
            </a:r>
            <a:endParaRPr sz="1650">
              <a:latin typeface="MS PGothic"/>
              <a:cs typeface="MS P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5095" y="2028961"/>
            <a:ext cx="6013811" cy="97536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165">
                <a:latin typeface="Verdana"/>
                <a:cs typeface="Verdana"/>
              </a:rPr>
              <a:t>HACK-</a:t>
            </a:r>
            <a:r>
              <a:rPr dirty="0" sz="3900" spc="135">
                <a:latin typeface="Verdana"/>
                <a:cs typeface="Verdana"/>
              </a:rPr>
              <a:t>4-</a:t>
            </a:r>
            <a:r>
              <a:rPr dirty="0" sz="3900" spc="-10">
                <a:latin typeface="Verdana"/>
                <a:cs typeface="Verdana"/>
              </a:rPr>
              <a:t>CROWN</a:t>
            </a:r>
            <a:endParaRPr sz="39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5450" y="135563"/>
            <a:ext cx="737002" cy="737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462" y="126113"/>
            <a:ext cx="755925" cy="75592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368600" y="2857700"/>
            <a:ext cx="6407150" cy="736600"/>
            <a:chOff x="1368600" y="2857700"/>
            <a:chExt cx="6407150" cy="7366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86188" y="3173164"/>
              <a:ext cx="1571624" cy="71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68600" y="2857700"/>
              <a:ext cx="6406800" cy="7365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320744" y="3034357"/>
            <a:ext cx="5420360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80" b="1">
                <a:solidFill>
                  <a:srgbClr val="D4AE37"/>
                </a:solidFill>
                <a:latin typeface="Verdana"/>
                <a:cs typeface="Verdana"/>
              </a:rPr>
              <a:t>Forging</a:t>
            </a:r>
            <a:r>
              <a:rPr dirty="0" sz="2100" spc="-140" b="1">
                <a:solidFill>
                  <a:srgbClr val="D4AE37"/>
                </a:solidFill>
                <a:latin typeface="Verdana"/>
                <a:cs typeface="Verdana"/>
              </a:rPr>
              <a:t> </a:t>
            </a:r>
            <a:r>
              <a:rPr dirty="0" sz="2100" spc="-125" b="1">
                <a:solidFill>
                  <a:srgbClr val="D4AE37"/>
                </a:solidFill>
                <a:latin typeface="Verdana"/>
                <a:cs typeface="Verdana"/>
              </a:rPr>
              <a:t>The </a:t>
            </a:r>
            <a:r>
              <a:rPr dirty="0" sz="2100" spc="-80" b="1">
                <a:solidFill>
                  <a:srgbClr val="D4AE37"/>
                </a:solidFill>
                <a:latin typeface="Verdana"/>
                <a:cs typeface="Verdana"/>
              </a:rPr>
              <a:t>Empire</a:t>
            </a:r>
            <a:r>
              <a:rPr dirty="0" sz="2100" spc="-125" b="1">
                <a:solidFill>
                  <a:srgbClr val="D4AE37"/>
                </a:solidFill>
                <a:latin typeface="Verdana"/>
                <a:cs typeface="Verdana"/>
              </a:rPr>
              <a:t> </a:t>
            </a:r>
            <a:r>
              <a:rPr dirty="0" sz="2100" spc="-110" b="1">
                <a:solidFill>
                  <a:srgbClr val="D4AE37"/>
                </a:solidFill>
                <a:latin typeface="Verdana"/>
                <a:cs typeface="Verdana"/>
              </a:rPr>
              <a:t>of</a:t>
            </a:r>
            <a:r>
              <a:rPr dirty="0" sz="2100" spc="-125" b="1">
                <a:solidFill>
                  <a:srgbClr val="D4AE37"/>
                </a:solidFill>
                <a:latin typeface="Verdana"/>
                <a:cs typeface="Verdana"/>
              </a:rPr>
              <a:t> </a:t>
            </a:r>
            <a:r>
              <a:rPr dirty="0" sz="2100" spc="-10" b="1">
                <a:solidFill>
                  <a:srgbClr val="D4AE37"/>
                </a:solidFill>
                <a:latin typeface="Verdana"/>
                <a:cs typeface="Verdana"/>
              </a:rPr>
              <a:t>Tomorrow</a:t>
            </a:r>
            <a:endParaRPr sz="2100">
              <a:latin typeface="Verdana"/>
              <a:cs typeface="Verdana"/>
            </a:endParaRPr>
          </a:p>
          <a:p>
            <a:pPr marL="3518535" marR="5080">
              <a:lnSpc>
                <a:spcPct val="131200"/>
              </a:lnSpc>
              <a:spcBef>
                <a:spcPts val="2155"/>
              </a:spcBef>
            </a:pPr>
            <a:r>
              <a:rPr dirty="0" sz="1600" spc="120">
                <a:solidFill>
                  <a:srgbClr val="FFFFFF"/>
                </a:solidFill>
                <a:latin typeface="Cambria"/>
                <a:cs typeface="Cambria"/>
              </a:rPr>
              <a:t>TEAM</a:t>
            </a:r>
            <a:r>
              <a:rPr dirty="0" sz="16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 spc="135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r>
              <a:rPr dirty="0" sz="16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 spc="35">
                <a:solidFill>
                  <a:srgbClr val="FFFFFF"/>
                </a:solidFill>
                <a:latin typeface="Cambria"/>
                <a:cs typeface="Cambria"/>
              </a:rPr>
              <a:t>: </a:t>
            </a:r>
            <a:r>
              <a:rPr dirty="0" sz="1600" spc="120">
                <a:solidFill>
                  <a:srgbClr val="FFFFFF"/>
                </a:solidFill>
                <a:latin typeface="Cambria"/>
                <a:cs typeface="Cambria"/>
              </a:rPr>
              <a:t>TEAM</a:t>
            </a:r>
            <a:r>
              <a:rPr dirty="0" sz="16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 spc="190">
                <a:solidFill>
                  <a:srgbClr val="FFFFFF"/>
                </a:solidFill>
                <a:latin typeface="Cambria"/>
                <a:cs typeface="Cambria"/>
              </a:rPr>
              <a:t>MEMBERS</a:t>
            </a:r>
            <a:r>
              <a:rPr dirty="0" sz="16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 spc="35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918" y="2847372"/>
            <a:ext cx="29146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Describe</a:t>
            </a:r>
            <a:r>
              <a:rPr dirty="0" sz="900" spc="-3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the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problem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your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hackathon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project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solves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here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94781" y="513555"/>
            <a:ext cx="3954779" cy="516890"/>
            <a:chOff x="2594781" y="513555"/>
            <a:chExt cx="3954779" cy="516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5972" y="571500"/>
              <a:ext cx="3952055" cy="457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99544" y="575071"/>
              <a:ext cx="3945254" cy="450215"/>
            </a:xfrm>
            <a:custGeom>
              <a:avLst/>
              <a:gdLst/>
              <a:ahLst/>
              <a:cxnLst/>
              <a:rect l="l" t="t" r="r" b="b"/>
              <a:pathLst>
                <a:path w="3945254" h="45021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3868714" y="0"/>
                  </a:lnTo>
                  <a:lnTo>
                    <a:pt x="3910989" y="12802"/>
                  </a:lnTo>
                  <a:lnTo>
                    <a:pt x="3939112" y="47038"/>
                  </a:lnTo>
                  <a:lnTo>
                    <a:pt x="3944912" y="76198"/>
                  </a:lnTo>
                  <a:lnTo>
                    <a:pt x="3944912" y="373856"/>
                  </a:lnTo>
                  <a:lnTo>
                    <a:pt x="3938924" y="403517"/>
                  </a:lnTo>
                  <a:lnTo>
                    <a:pt x="3922594" y="427737"/>
                  </a:lnTo>
                  <a:lnTo>
                    <a:pt x="3898374" y="444067"/>
                  </a:lnTo>
                  <a:lnTo>
                    <a:pt x="3868714" y="450055"/>
                  </a:lnTo>
                  <a:lnTo>
                    <a:pt x="76198" y="450055"/>
                  </a:lnTo>
                  <a:lnTo>
                    <a:pt x="46538" y="444067"/>
                  </a:lnTo>
                  <a:lnTo>
                    <a:pt x="22318" y="427737"/>
                  </a:lnTo>
                  <a:lnTo>
                    <a:pt x="5988" y="403517"/>
                  </a:lnTo>
                  <a:lnTo>
                    <a:pt x="0" y="37385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8866" y="513555"/>
              <a:ext cx="3366269" cy="48585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354844" y="657380"/>
            <a:ext cx="2433955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1650" spc="1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462" y="126113"/>
            <a:ext cx="8904605" cy="756285"/>
            <a:chOff x="158462" y="126113"/>
            <a:chExt cx="8904605" cy="756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62" y="126113"/>
              <a:ext cx="755925" cy="755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5450" y="135563"/>
              <a:ext cx="737002" cy="737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99503" y="2847372"/>
            <a:ext cx="27444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Outline</a:t>
            </a:r>
            <a:r>
              <a:rPr dirty="0" sz="900" spc="-3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your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solution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approach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and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methodology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here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94781" y="513555"/>
            <a:ext cx="3954779" cy="516890"/>
            <a:chOff x="2594781" y="513555"/>
            <a:chExt cx="3954779" cy="516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5972" y="571500"/>
              <a:ext cx="3952055" cy="457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99544" y="575071"/>
              <a:ext cx="3945254" cy="450215"/>
            </a:xfrm>
            <a:custGeom>
              <a:avLst/>
              <a:gdLst/>
              <a:ahLst/>
              <a:cxnLst/>
              <a:rect l="l" t="t" r="r" b="b"/>
              <a:pathLst>
                <a:path w="3945254" h="45021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3868714" y="0"/>
                  </a:lnTo>
                  <a:lnTo>
                    <a:pt x="3910989" y="12802"/>
                  </a:lnTo>
                  <a:lnTo>
                    <a:pt x="3939112" y="47038"/>
                  </a:lnTo>
                  <a:lnTo>
                    <a:pt x="3944912" y="76198"/>
                  </a:lnTo>
                  <a:lnTo>
                    <a:pt x="3944912" y="373856"/>
                  </a:lnTo>
                  <a:lnTo>
                    <a:pt x="3938924" y="403517"/>
                  </a:lnTo>
                  <a:lnTo>
                    <a:pt x="3922594" y="427737"/>
                  </a:lnTo>
                  <a:lnTo>
                    <a:pt x="3898374" y="444067"/>
                  </a:lnTo>
                  <a:lnTo>
                    <a:pt x="3868714" y="450055"/>
                  </a:lnTo>
                  <a:lnTo>
                    <a:pt x="76198" y="450055"/>
                  </a:lnTo>
                  <a:lnTo>
                    <a:pt x="46538" y="444067"/>
                  </a:lnTo>
                  <a:lnTo>
                    <a:pt x="22318" y="427737"/>
                  </a:lnTo>
                  <a:lnTo>
                    <a:pt x="5988" y="403517"/>
                  </a:lnTo>
                  <a:lnTo>
                    <a:pt x="0" y="37385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8866" y="513555"/>
              <a:ext cx="3366269" cy="48585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005677" y="657380"/>
            <a:ext cx="1132840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462" y="126113"/>
            <a:ext cx="8904605" cy="756285"/>
            <a:chOff x="158462" y="126113"/>
            <a:chExt cx="8904605" cy="756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62" y="126113"/>
              <a:ext cx="755925" cy="755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5450" y="135563"/>
              <a:ext cx="737002" cy="737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3693" y="2847372"/>
            <a:ext cx="1955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Present</a:t>
            </a:r>
            <a:r>
              <a:rPr dirty="0" sz="900" spc="-30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your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system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architecture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here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94781" y="513555"/>
            <a:ext cx="3954779" cy="516890"/>
            <a:chOff x="2594781" y="513555"/>
            <a:chExt cx="3954779" cy="516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5972" y="571500"/>
              <a:ext cx="3952055" cy="457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99544" y="575071"/>
              <a:ext cx="3945254" cy="450215"/>
            </a:xfrm>
            <a:custGeom>
              <a:avLst/>
              <a:gdLst/>
              <a:ahLst/>
              <a:cxnLst/>
              <a:rect l="l" t="t" r="r" b="b"/>
              <a:pathLst>
                <a:path w="3945254" h="45021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3868714" y="0"/>
                  </a:lnTo>
                  <a:lnTo>
                    <a:pt x="3910989" y="12802"/>
                  </a:lnTo>
                  <a:lnTo>
                    <a:pt x="3939112" y="47038"/>
                  </a:lnTo>
                  <a:lnTo>
                    <a:pt x="3944912" y="76198"/>
                  </a:lnTo>
                  <a:lnTo>
                    <a:pt x="3944912" y="373856"/>
                  </a:lnTo>
                  <a:lnTo>
                    <a:pt x="3938924" y="403517"/>
                  </a:lnTo>
                  <a:lnTo>
                    <a:pt x="3922594" y="427737"/>
                  </a:lnTo>
                  <a:lnTo>
                    <a:pt x="3898374" y="444067"/>
                  </a:lnTo>
                  <a:lnTo>
                    <a:pt x="3868714" y="450055"/>
                  </a:lnTo>
                  <a:lnTo>
                    <a:pt x="76198" y="450055"/>
                  </a:lnTo>
                  <a:lnTo>
                    <a:pt x="46538" y="444067"/>
                  </a:lnTo>
                  <a:lnTo>
                    <a:pt x="22318" y="427737"/>
                  </a:lnTo>
                  <a:lnTo>
                    <a:pt x="5988" y="403517"/>
                  </a:lnTo>
                  <a:lnTo>
                    <a:pt x="0" y="37385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8866" y="513555"/>
              <a:ext cx="3366269" cy="48585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13980" y="657380"/>
            <a:ext cx="1714500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ARCHITECTURE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462" y="126113"/>
            <a:ext cx="8904605" cy="756285"/>
            <a:chOff x="158462" y="126113"/>
            <a:chExt cx="8904605" cy="756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62" y="126113"/>
              <a:ext cx="755925" cy="755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5450" y="135563"/>
              <a:ext cx="737002" cy="737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4770"/>
            <a:chOff x="0" y="0"/>
            <a:chExt cx="9144000" cy="5144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0035" y="853678"/>
              <a:ext cx="7864475" cy="0"/>
            </a:xfrm>
            <a:custGeom>
              <a:avLst/>
              <a:gdLst/>
              <a:ahLst/>
              <a:cxnLst/>
              <a:rect l="l" t="t" r="r" b="b"/>
              <a:pathLst>
                <a:path w="7864475" h="0">
                  <a:moveTo>
                    <a:pt x="0" y="0"/>
                  </a:moveTo>
                  <a:lnTo>
                    <a:pt x="857249" y="0"/>
                  </a:lnTo>
                </a:path>
                <a:path w="7864475" h="0">
                  <a:moveTo>
                    <a:pt x="7006679" y="0"/>
                  </a:moveTo>
                  <a:lnTo>
                    <a:pt x="7863929" y="0"/>
                  </a:lnTo>
                </a:path>
              </a:pathLst>
            </a:custGeom>
            <a:ln w="9524">
              <a:solidFill>
                <a:srgbClr val="00B4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2900" y="1000125"/>
              <a:ext cx="8458200" cy="3872229"/>
            </a:xfrm>
            <a:custGeom>
              <a:avLst/>
              <a:gdLst/>
              <a:ahLst/>
              <a:cxnLst/>
              <a:rect l="l" t="t" r="r" b="b"/>
              <a:pathLst>
                <a:path w="8458200" h="3872229">
                  <a:moveTo>
                    <a:pt x="0" y="7143"/>
                  </a:moveTo>
                  <a:lnTo>
                    <a:pt x="428624" y="7143"/>
                  </a:lnTo>
                </a:path>
                <a:path w="8458200" h="3872229">
                  <a:moveTo>
                    <a:pt x="7143" y="0"/>
                  </a:moveTo>
                  <a:lnTo>
                    <a:pt x="7143" y="428624"/>
                  </a:lnTo>
                </a:path>
                <a:path w="8458200" h="3872229">
                  <a:moveTo>
                    <a:pt x="8029574" y="7143"/>
                  </a:moveTo>
                  <a:lnTo>
                    <a:pt x="8458199" y="7143"/>
                  </a:lnTo>
                </a:path>
                <a:path w="8458200" h="3872229">
                  <a:moveTo>
                    <a:pt x="8451056" y="0"/>
                  </a:moveTo>
                  <a:lnTo>
                    <a:pt x="8451056" y="428624"/>
                  </a:lnTo>
                </a:path>
                <a:path w="8458200" h="3872229">
                  <a:moveTo>
                    <a:pt x="0" y="3864769"/>
                  </a:moveTo>
                  <a:lnTo>
                    <a:pt x="428624" y="3864769"/>
                  </a:lnTo>
                </a:path>
                <a:path w="8458200" h="3872229">
                  <a:moveTo>
                    <a:pt x="7143" y="3443287"/>
                  </a:moveTo>
                  <a:lnTo>
                    <a:pt x="7143" y="3871912"/>
                  </a:lnTo>
                </a:path>
                <a:path w="8458200" h="3872229">
                  <a:moveTo>
                    <a:pt x="8451056" y="3443287"/>
                  </a:moveTo>
                  <a:lnTo>
                    <a:pt x="8451056" y="3871912"/>
                  </a:lnTo>
                </a:path>
                <a:path w="8458200" h="3872229">
                  <a:moveTo>
                    <a:pt x="8029574" y="3864769"/>
                  </a:moveTo>
                  <a:lnTo>
                    <a:pt x="8458199" y="3864769"/>
                  </a:lnTo>
                </a:path>
              </a:pathLst>
            </a:custGeom>
            <a:ln w="1427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0"/>
              <a:ext cx="42862" cy="5143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0070" y="0"/>
              <a:ext cx="28574" cy="51434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738" y="0"/>
              <a:ext cx="42862" cy="51434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35354" y="0"/>
              <a:ext cx="28574" cy="51434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6219" y="4679156"/>
              <a:ext cx="1071562" cy="25003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57625" y="4893469"/>
              <a:ext cx="1428749" cy="25003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61196" y="4897041"/>
              <a:ext cx="1421765" cy="243204"/>
            </a:xfrm>
            <a:custGeom>
              <a:avLst/>
              <a:gdLst/>
              <a:ahLst/>
              <a:cxnLst/>
              <a:rect l="l" t="t" r="r" b="b"/>
              <a:pathLst>
                <a:path w="1421764" h="243204">
                  <a:moveTo>
                    <a:pt x="0" y="0"/>
                  </a:moveTo>
                  <a:lnTo>
                    <a:pt x="1421605" y="0"/>
                  </a:lnTo>
                  <a:lnTo>
                    <a:pt x="1421605" y="242887"/>
                  </a:lnTo>
                  <a:lnTo>
                    <a:pt x="0" y="2428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B4D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4572000"/>
              <a:ext cx="9143999" cy="57149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27434" y="1070371"/>
            <a:ext cx="8289290" cy="3717290"/>
            <a:chOff x="427434" y="1070371"/>
            <a:chExt cx="8289290" cy="371729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" y="1071563"/>
              <a:ext cx="8286749" cy="37147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2197" y="1075133"/>
              <a:ext cx="8279765" cy="3707765"/>
            </a:xfrm>
            <a:custGeom>
              <a:avLst/>
              <a:gdLst/>
              <a:ahLst/>
              <a:cxnLst/>
              <a:rect l="l" t="t" r="r" b="b"/>
              <a:pathLst>
                <a:path w="8279765" h="3707765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8165300" y="0"/>
                  </a:lnTo>
                  <a:lnTo>
                    <a:pt x="8209043" y="8700"/>
                  </a:lnTo>
                  <a:lnTo>
                    <a:pt x="8246126" y="33479"/>
                  </a:lnTo>
                  <a:lnTo>
                    <a:pt x="8270904" y="70562"/>
                  </a:lnTo>
                  <a:lnTo>
                    <a:pt x="8279605" y="114305"/>
                  </a:lnTo>
                  <a:lnTo>
                    <a:pt x="8279605" y="3593300"/>
                  </a:lnTo>
                  <a:lnTo>
                    <a:pt x="8270623" y="3637793"/>
                  </a:lnTo>
                  <a:lnTo>
                    <a:pt x="8246126" y="3674126"/>
                  </a:lnTo>
                  <a:lnTo>
                    <a:pt x="8209793" y="3698623"/>
                  </a:lnTo>
                  <a:lnTo>
                    <a:pt x="8165300" y="3707605"/>
                  </a:lnTo>
                  <a:lnTo>
                    <a:pt x="114305" y="3707605"/>
                  </a:lnTo>
                  <a:lnTo>
                    <a:pt x="69812" y="3698623"/>
                  </a:lnTo>
                  <a:lnTo>
                    <a:pt x="33479" y="3674126"/>
                  </a:lnTo>
                  <a:lnTo>
                    <a:pt x="8982" y="3637793"/>
                  </a:lnTo>
                  <a:lnTo>
                    <a:pt x="0" y="3593300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3E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7459" y="1522735"/>
              <a:ext cx="7143" cy="27753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55639" y="2003822"/>
              <a:ext cx="7143" cy="20351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79242" y="1744749"/>
              <a:ext cx="7143" cy="240521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37422" y="1374725"/>
              <a:ext cx="7143" cy="296030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61025" y="2188778"/>
              <a:ext cx="7144" cy="185023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19094" y="1633686"/>
              <a:ext cx="7144" cy="259027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29141" y="1818754"/>
              <a:ext cx="7144" cy="222025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36589" y="2784971"/>
              <a:ext cx="66675" cy="6667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55639" y="2854820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8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5"/>
                  </a:lnTo>
                  <a:lnTo>
                    <a:pt x="27069" y="6864"/>
                  </a:lnTo>
                  <a:lnTo>
                    <a:pt x="28574" y="10498"/>
                  </a:lnTo>
                  <a:lnTo>
                    <a:pt x="28574" y="22178"/>
                  </a:lnTo>
                  <a:lnTo>
                    <a:pt x="22178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18372" y="2303996"/>
              <a:ext cx="66675" cy="6667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737421" y="2373845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8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5"/>
                  </a:lnTo>
                  <a:lnTo>
                    <a:pt x="27069" y="6864"/>
                  </a:lnTo>
                  <a:lnTo>
                    <a:pt x="28574" y="10498"/>
                  </a:lnTo>
                  <a:lnTo>
                    <a:pt x="28574" y="22178"/>
                  </a:lnTo>
                  <a:lnTo>
                    <a:pt x="22178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41975" y="2933092"/>
              <a:ext cx="66675" cy="666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061025" y="3002941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7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5"/>
                  </a:lnTo>
                  <a:lnTo>
                    <a:pt x="27069" y="6863"/>
                  </a:lnTo>
                  <a:lnTo>
                    <a:pt x="28574" y="10498"/>
                  </a:lnTo>
                  <a:lnTo>
                    <a:pt x="28574" y="22178"/>
                  </a:lnTo>
                  <a:lnTo>
                    <a:pt x="22177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78409" y="3303116"/>
              <a:ext cx="66675" cy="666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97459" y="3372966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8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4"/>
                  </a:lnTo>
                  <a:lnTo>
                    <a:pt x="27069" y="6863"/>
                  </a:lnTo>
                  <a:lnTo>
                    <a:pt x="28574" y="10497"/>
                  </a:lnTo>
                  <a:lnTo>
                    <a:pt x="28574" y="22178"/>
                  </a:lnTo>
                  <a:lnTo>
                    <a:pt x="22178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00044" y="2488952"/>
              <a:ext cx="66675" cy="6667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219093" y="2558801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8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7" y="0"/>
                  </a:lnTo>
                  <a:lnTo>
                    <a:pt x="21711" y="1505"/>
                  </a:lnTo>
                  <a:lnTo>
                    <a:pt x="27070" y="6864"/>
                  </a:lnTo>
                  <a:lnTo>
                    <a:pt x="28574" y="10498"/>
                  </a:lnTo>
                  <a:lnTo>
                    <a:pt x="28574" y="22178"/>
                  </a:lnTo>
                  <a:lnTo>
                    <a:pt x="22178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60192" y="3044044"/>
              <a:ext cx="66675" cy="6667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579242" y="3113894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7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5"/>
                  </a:lnTo>
                  <a:lnTo>
                    <a:pt x="27069" y="6864"/>
                  </a:lnTo>
                  <a:lnTo>
                    <a:pt x="28574" y="10498"/>
                  </a:lnTo>
                  <a:lnTo>
                    <a:pt x="28574" y="22178"/>
                  </a:lnTo>
                  <a:lnTo>
                    <a:pt x="22177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307636" y="2847372"/>
            <a:ext cx="2527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Present</a:t>
            </a:r>
            <a:r>
              <a:rPr dirty="0" sz="900" spc="-3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your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technical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approach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and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its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flow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here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594781" y="513555"/>
            <a:ext cx="3954779" cy="516890"/>
            <a:chOff x="2594781" y="513555"/>
            <a:chExt cx="3954779" cy="516890"/>
          </a:xfrm>
        </p:grpSpPr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95972" y="571500"/>
              <a:ext cx="3952055" cy="45719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599544" y="575071"/>
              <a:ext cx="3945254" cy="450215"/>
            </a:xfrm>
            <a:custGeom>
              <a:avLst/>
              <a:gdLst/>
              <a:ahLst/>
              <a:cxnLst/>
              <a:rect l="l" t="t" r="r" b="b"/>
              <a:pathLst>
                <a:path w="3945254" h="45021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3868714" y="0"/>
                  </a:lnTo>
                  <a:lnTo>
                    <a:pt x="3910989" y="12802"/>
                  </a:lnTo>
                  <a:lnTo>
                    <a:pt x="3939112" y="47038"/>
                  </a:lnTo>
                  <a:lnTo>
                    <a:pt x="3944912" y="76198"/>
                  </a:lnTo>
                  <a:lnTo>
                    <a:pt x="3944912" y="373856"/>
                  </a:lnTo>
                  <a:lnTo>
                    <a:pt x="3938924" y="403517"/>
                  </a:lnTo>
                  <a:lnTo>
                    <a:pt x="3922594" y="427737"/>
                  </a:lnTo>
                  <a:lnTo>
                    <a:pt x="3898374" y="444067"/>
                  </a:lnTo>
                  <a:lnTo>
                    <a:pt x="3868714" y="450055"/>
                  </a:lnTo>
                  <a:lnTo>
                    <a:pt x="76198" y="450055"/>
                  </a:lnTo>
                  <a:lnTo>
                    <a:pt x="46538" y="444067"/>
                  </a:lnTo>
                  <a:lnTo>
                    <a:pt x="22318" y="427737"/>
                  </a:lnTo>
                  <a:lnTo>
                    <a:pt x="5988" y="403517"/>
                  </a:lnTo>
                  <a:lnTo>
                    <a:pt x="0" y="37385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88866" y="513555"/>
              <a:ext cx="3366269" cy="485851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303146" y="657380"/>
            <a:ext cx="2536825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TECHNICAL</a:t>
            </a:r>
            <a:r>
              <a:rPr dirty="0" sz="165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APPROACH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58462" y="126113"/>
            <a:ext cx="8904605" cy="756285"/>
            <a:chOff x="158462" y="126113"/>
            <a:chExt cx="8904605" cy="756285"/>
          </a:xfrm>
        </p:grpSpPr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8462" y="126113"/>
              <a:ext cx="755925" cy="75592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325450" y="135563"/>
              <a:ext cx="737002" cy="737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5669" y="2847372"/>
            <a:ext cx="17716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Key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Feature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/</a:t>
            </a:r>
            <a:r>
              <a:rPr dirty="0" sz="900" spc="-25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Unique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E7DCC8"/>
                </a:solidFill>
                <a:latin typeface="Arial"/>
                <a:cs typeface="Arial"/>
              </a:rPr>
              <a:t>Selling</a:t>
            </a:r>
            <a:r>
              <a:rPr dirty="0" sz="900" spc="-20" i="1">
                <a:solidFill>
                  <a:srgbClr val="E7DCC8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E7DCC8"/>
                </a:solidFill>
                <a:latin typeface="Arial"/>
                <a:cs typeface="Arial"/>
              </a:rPr>
              <a:t>Point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94781" y="513555"/>
            <a:ext cx="3954779" cy="516890"/>
            <a:chOff x="2594781" y="513555"/>
            <a:chExt cx="3954779" cy="516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5972" y="571500"/>
              <a:ext cx="3952055" cy="457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99544" y="575071"/>
              <a:ext cx="3945254" cy="450215"/>
            </a:xfrm>
            <a:custGeom>
              <a:avLst/>
              <a:gdLst/>
              <a:ahLst/>
              <a:cxnLst/>
              <a:rect l="l" t="t" r="r" b="b"/>
              <a:pathLst>
                <a:path w="3945254" h="45021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3868714" y="0"/>
                  </a:lnTo>
                  <a:lnTo>
                    <a:pt x="3910989" y="12802"/>
                  </a:lnTo>
                  <a:lnTo>
                    <a:pt x="3939112" y="47038"/>
                  </a:lnTo>
                  <a:lnTo>
                    <a:pt x="3944912" y="76198"/>
                  </a:lnTo>
                  <a:lnTo>
                    <a:pt x="3944912" y="373856"/>
                  </a:lnTo>
                  <a:lnTo>
                    <a:pt x="3938924" y="403517"/>
                  </a:lnTo>
                  <a:lnTo>
                    <a:pt x="3922594" y="427737"/>
                  </a:lnTo>
                  <a:lnTo>
                    <a:pt x="3898374" y="444067"/>
                  </a:lnTo>
                  <a:lnTo>
                    <a:pt x="3868714" y="450055"/>
                  </a:lnTo>
                  <a:lnTo>
                    <a:pt x="76198" y="450055"/>
                  </a:lnTo>
                  <a:lnTo>
                    <a:pt x="46538" y="444067"/>
                  </a:lnTo>
                  <a:lnTo>
                    <a:pt x="22318" y="427737"/>
                  </a:lnTo>
                  <a:lnTo>
                    <a:pt x="5988" y="403517"/>
                  </a:lnTo>
                  <a:lnTo>
                    <a:pt x="0" y="37385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8866" y="513555"/>
              <a:ext cx="3366269" cy="48585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51602" y="657380"/>
            <a:ext cx="1639570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FEATURE /</a:t>
            </a:r>
            <a:r>
              <a:rPr dirty="0" sz="165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FFFFFF"/>
                </a:solidFill>
                <a:latin typeface="Arial"/>
                <a:cs typeface="Arial"/>
              </a:rPr>
              <a:t>USP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462" y="126113"/>
            <a:ext cx="8904605" cy="756285"/>
            <a:chOff x="158462" y="126113"/>
            <a:chExt cx="8904605" cy="756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62" y="126113"/>
              <a:ext cx="755925" cy="755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5450" y="135563"/>
              <a:ext cx="737002" cy="737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1158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-195"/>
              <a:t> </a:t>
            </a:r>
            <a:r>
              <a:rPr dirty="0" spc="-20"/>
              <a:t>YOU!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6035" y="2971800"/>
            <a:ext cx="3291817" cy="71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02075" y="3083624"/>
            <a:ext cx="82676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C9A84C"/>
                </a:solidFill>
                <a:latin typeface="Arial MT"/>
                <a:cs typeface="Arial MT"/>
              </a:rPr>
              <a:t>HACK-4-CROWN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462" y="126113"/>
            <a:ext cx="755925" cy="755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5450" y="135563"/>
            <a:ext cx="737002" cy="737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HACK-4-CROWN template.pptx</dc:title>
  <dcterms:created xsi:type="dcterms:W3CDTF">2026-08-15T12:02:22Z</dcterms:created>
  <dcterms:modified xsi:type="dcterms:W3CDTF">2026-08-15T12:02:22Z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2026-08-15T00:00:00Z</vt:filetime>
  </property>
</Properties>
</file>